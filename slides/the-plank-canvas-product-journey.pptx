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0a8fcfda04dc1" /><Relationship Type="http://schemas.openxmlformats.org/officeDocument/2006/relationships/extended-properties" Target="/docProps/app.xml" Id="R2e8fe5add2624827" /><Relationship Type="http://schemas.openxmlformats.org/officeDocument/2006/relationships/officeDocument" Target="/ppt/presentation.xml" Id="Rf6f4d8ccc49f46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968087a9f4109"/>
  </p:sldMasterIdLst>
  <p:notesMasterIdLst>
    <p:notesMasterId xmlns:r="http://schemas.openxmlformats.org/officeDocument/2006/relationships" r:id="R75a54922d2f44e40"/>
  </p:notesMasterIdLst>
  <p:sldIdLst>
    <p:sldId xmlns:r="http://schemas.openxmlformats.org/officeDocument/2006/relationships" id="256" r:id="R25551115d0d643ef"/>
    <p:sldId xmlns:r="http://schemas.openxmlformats.org/officeDocument/2006/relationships" id="257" r:id="R77fdc49bdda74630"/>
    <p:sldId xmlns:r="http://schemas.openxmlformats.org/officeDocument/2006/relationships" id="258" r:id="R85bc4d37c7794cef"/>
    <p:sldId xmlns:r="http://schemas.openxmlformats.org/officeDocument/2006/relationships" id="259" r:id="R3b92b37c2f7e4bab"/>
    <p:sldId xmlns:r="http://schemas.openxmlformats.org/officeDocument/2006/relationships" id="260" r:id="Ra74b3c4b9c504568"/>
    <p:sldId xmlns:r="http://schemas.openxmlformats.org/officeDocument/2006/relationships" id="261" r:id="Ra40e7d5811ce4191"/>
    <p:sldId xmlns:r="http://schemas.openxmlformats.org/officeDocument/2006/relationships" id="262" r:id="R85e342b026624c07"/>
    <p:sldId xmlns:r="http://schemas.openxmlformats.org/officeDocument/2006/relationships" id="263" r:id="R520ba496198a43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5dffe66f884b2a" /><Relationship Type="http://schemas.openxmlformats.org/officeDocument/2006/relationships/slideMaster" Target="/ppt/slideMasters/slideMaster1.xml" Id="R709968087a9f4109" /><Relationship Type="http://schemas.openxmlformats.org/officeDocument/2006/relationships/notesMaster" Target="/ppt/notesMasters/notesMaster1.xml" Id="R75a54922d2f44e40" /><Relationship Type="http://schemas.openxmlformats.org/officeDocument/2006/relationships/presProps" Target="/ppt/presProps.xml" Id="R10e73d80a37f4998" /><Relationship Type="http://schemas.openxmlformats.org/officeDocument/2006/relationships/tableStyles" Target="/ppt/tableStyles.xml" Id="Rbf5e39226e214d05" /><Relationship Type="http://schemas.openxmlformats.org/officeDocument/2006/relationships/slide" Target="/ppt/slides/slide1.xml" Id="R25551115d0d643ef" /><Relationship Type="http://schemas.openxmlformats.org/officeDocument/2006/relationships/slide" Target="/ppt/slides/slide2.xml" Id="R77fdc49bdda74630" /><Relationship Type="http://schemas.openxmlformats.org/officeDocument/2006/relationships/slide" Target="/ppt/slides/slide3.xml" Id="R85bc4d37c7794cef" /><Relationship Type="http://schemas.openxmlformats.org/officeDocument/2006/relationships/slide" Target="/ppt/slides/slide4.xml" Id="R3b92b37c2f7e4bab" /><Relationship Type="http://schemas.openxmlformats.org/officeDocument/2006/relationships/slide" Target="/ppt/slides/slide5.xml" Id="Ra74b3c4b9c504568" /><Relationship Type="http://schemas.openxmlformats.org/officeDocument/2006/relationships/slide" Target="/ppt/slides/slide6.xml" Id="Ra40e7d5811ce4191" /><Relationship Type="http://schemas.openxmlformats.org/officeDocument/2006/relationships/slide" Target="/ppt/slides/slide7.xml" Id="R85e342b026624c07" /><Relationship Type="http://schemas.openxmlformats.org/officeDocument/2006/relationships/slide" Target="/ppt/slides/slide8.xml" Id="R520ba496198a43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891cee1f994d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18e63c7c3c4e3f" /><Relationship Type="http://schemas.openxmlformats.org/officeDocument/2006/relationships/notesMaster" Target="/ppt/notesMasters/notesMaster1.xml" Id="Re644447ba8a849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0d962fd0484552" /><Relationship Type="http://schemas.openxmlformats.org/officeDocument/2006/relationships/notesMaster" Target="/ppt/notesMasters/notesMaster1.xml" Id="R6d7388d8de1c4f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0208e643c641e2" /><Relationship Type="http://schemas.openxmlformats.org/officeDocument/2006/relationships/notesMaster" Target="/ppt/notesMasters/notesMaster1.xml" Id="R372e69e48a4743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c664cab2714096" /><Relationship Type="http://schemas.openxmlformats.org/officeDocument/2006/relationships/notesMaster" Target="/ppt/notesMasters/notesMaster1.xml" Id="Rcb9bba9e32d442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db45e534e04554" /><Relationship Type="http://schemas.openxmlformats.org/officeDocument/2006/relationships/notesMaster" Target="/ppt/notesMasters/notesMaster1.xml" Id="R7957178656f841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f02e3bba46462f" /><Relationship Type="http://schemas.openxmlformats.org/officeDocument/2006/relationships/notesMaster" Target="/ppt/notesMasters/notesMaster1.xml" Id="R38fff142304644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d2cca0d73ca483e" /><Relationship Type="http://schemas.openxmlformats.org/officeDocument/2006/relationships/notesMaster" Target="/ppt/notesMasters/notesMaster1.xml" Id="R4e70e6ffc2d840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29a5ea4e744bcb" /><Relationship Type="http://schemas.openxmlformats.org/officeDocument/2006/relationships/notesMaster" Target="/ppt/notesMasters/notesMaster1.xml" Id="Rdb493ac9062c45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eaa8a75c4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49606699c64e6a" /><Relationship Type="http://schemas.openxmlformats.org/officeDocument/2006/relationships/slideLayout" Target="/ppt/slideLayouts/slideLayout1.xml" Id="R517a001c73574f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7a001c73574f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33d1df2564082" /><Relationship Type="http://schemas.openxmlformats.org/officeDocument/2006/relationships/image" Target="/ppt/media/image.png" Id="R0869b8e89072437d" /><Relationship Type="http://schemas.openxmlformats.org/officeDocument/2006/relationships/notesSlide" Target="/ppt/notesSlides/notesSlide1.xml" Id="R8c3567324ce34c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c87e6cab9428e" /><Relationship Type="http://schemas.openxmlformats.org/officeDocument/2006/relationships/image" Target="/ppt/media/image2.png" Id="R3ef9bf0fac424c89" /><Relationship Type="http://schemas.openxmlformats.org/officeDocument/2006/relationships/notesSlide" Target="/ppt/notesSlides/notesSlide2.xml" Id="R0a176cbe58694c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5798ed6964925" /><Relationship Type="http://schemas.openxmlformats.org/officeDocument/2006/relationships/image" Target="/ppt/media/image3.png" Id="Re134d21401124fb6" /><Relationship Type="http://schemas.openxmlformats.org/officeDocument/2006/relationships/notesSlide" Target="/ppt/notesSlides/notesSlide3.xml" Id="Rce65802af9054f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8faa79db2479f" /><Relationship Type="http://schemas.openxmlformats.org/officeDocument/2006/relationships/image" Target="/ppt/media/image4.png" Id="R86f2145c788b45e7" /><Relationship Type="http://schemas.openxmlformats.org/officeDocument/2006/relationships/notesSlide" Target="/ppt/notesSlides/notesSlide4.xml" Id="Rd3797d8e6bac42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9c4e0f6a944f3" /><Relationship Type="http://schemas.openxmlformats.org/officeDocument/2006/relationships/image" Target="/ppt/media/image5.png" Id="R4fa1fa57117f4ba2" /><Relationship Type="http://schemas.openxmlformats.org/officeDocument/2006/relationships/notesSlide" Target="/ppt/notesSlides/notesSlide5.xml" Id="Re822fb9fdb1844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79e2c2246480f" /><Relationship Type="http://schemas.openxmlformats.org/officeDocument/2006/relationships/image" Target="/ppt/media/image6.png" Id="R4bb1e38fba99406e" /><Relationship Type="http://schemas.openxmlformats.org/officeDocument/2006/relationships/notesSlide" Target="/ppt/notesSlides/notesSlide6.xml" Id="R5655bb92287440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cea73867f4c6f" /><Relationship Type="http://schemas.openxmlformats.org/officeDocument/2006/relationships/image" Target="/ppt/media/image7.png" Id="R18fe4d6218a3438b" /><Relationship Type="http://schemas.openxmlformats.org/officeDocument/2006/relationships/notesSlide" Target="/ppt/notesSlides/notesSlide7.xml" Id="R8d4fbfcb32d449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bfe56153e4dc5" /><Relationship Type="http://schemas.openxmlformats.org/officeDocument/2006/relationships/image" Target="/ppt/media/image8.png" Id="R35136e741b4b4afe" /><Relationship Type="http://schemas.openxmlformats.org/officeDocument/2006/relationships/notesSlide" Target="/ppt/notesSlides/notesSlide8.xml" Id="R2e8ceef6788349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B9DFC3E4-8B29-44FD-ABA4-94EDCC48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PRODUCT EXPERIENCE</a:t>
            </a:r>
          </a:p>
        </p:txBody>
      </p:sp>
      <p:sp>
        <p:nvSpPr>
          <p:cNvPr id="2" name="title-main">
            <a:extLst xmlns:a="http://schemas.openxmlformats.org/drawingml/2006/main">
              <a:ext uri="{FF2B5EF4-FFF2-40B4-BE49-F238E27FC236}">
                <a16:creationId xmlns:a16="http://schemas.microsoft.com/office/drawing/2014/main" id="{105728D0-AC1A-4641-ABF4-E408301E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5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55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The Plank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5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55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Canvas</a:t>
            </a:r>
          </a:p>
        </p:txBody>
      </p:sp>
      <p:sp>
        <p:nvSpPr>
          <p:cNvPr id="3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40DE0841-71CA-4386-B86D-C2B252C0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846B6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846B60"/>
                </a:solidFill>
                <a:latin typeface="Aptos"/>
                <a:ea typeface="Aptos"/>
                <a:cs typeface="Aptos"/>
              </a:rPr>
              <a:t>A daily personal challenge that reveals one shared work of art.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39C04-100A-43EC-AB7A-08E5CEC1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flow">
            <a:extLst xmlns:a="http://schemas.openxmlformats.org/drawingml/2006/main">
              <a:ext uri="{FF2B5EF4-FFF2-40B4-BE49-F238E27FC236}">
                <a16:creationId xmlns:a16="http://schemas.microsoft.com/office/drawing/2014/main" id="{EE97B212-9E93-4B15-9913-0A146920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rPr>
              <a:t>PLANK  →  COMPLETE  →  PLACE  →  LIVE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9b8e89072437d"/>
          <a:stretch xmlns:a="http://schemas.openxmlformats.org/drawingml/2006/main"/>
        </p:blipFill>
        <p:spPr>
          <a:xfrm xmlns:a="http://schemas.openxmlformats.org/drawingml/2006/main">
            <a:off x="5810250" y="1486697"/>
            <a:ext cx="5715000" cy="3694106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title-date">
            <a:extLst xmlns:a="http://schemas.openxmlformats.org/drawingml/2006/main">
              <a:ext uri="{FF2B5EF4-FFF2-40B4-BE49-F238E27FC236}">
                <a16:creationId xmlns:a16="http://schemas.microsoft.com/office/drawing/2014/main" id="{3767EFC4-4BAF-43C9-BB6F-BA85D840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112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MVP 1 · DESKTOP JOURNEY</a:t>
            </a:r>
          </a:p>
        </p:txBody>
      </p:sp>
    </p:spTree>
    <p:extLst>
      <p:ext uri="{BB962C8B-B14F-4D97-AF65-F5344CB8AC3E}">
        <p14:creationId xmlns:p14="http://schemas.microsoft.com/office/powerpoint/2010/main" val="6385269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journey-kicker">
            <a:extLst xmlns:a="http://schemas.openxmlformats.org/drawingml/2006/main">
              <a:ext uri="{FF2B5EF4-FFF2-40B4-BE49-F238E27FC236}">
                <a16:creationId xmlns:a16="http://schemas.microsoft.com/office/drawing/2014/main" id="{6EAA02CF-BB02-4483-9575-4BA84C07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THE DAILY RITUAL</a:t>
            </a:r>
          </a:p>
        </p:txBody>
      </p:sp>
      <p:sp>
        <p:nvSpPr>
          <p:cNvPr id="2" name="journey-title">
            <a:extLst xmlns:a="http://schemas.openxmlformats.org/drawingml/2006/main">
              <a:ext uri="{FF2B5EF4-FFF2-40B4-BE49-F238E27FC236}">
                <a16:creationId xmlns:a16="http://schemas.microsoft.com/office/drawing/2014/main" id="{F6D7C00F-6D4F-450D-9269-49890740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0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One session becomes one visible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528BC-384B-4EF0-83EC-23D2E47D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9bf0fac424c89"/>
          <a:stretch xmlns:a="http://schemas.openxmlformats.org/drawingml/2006/main"/>
        </p:blipFill>
        <p:spPr>
          <a:xfrm xmlns:a="http://schemas.openxmlformats.org/drawingml/2006/main">
            <a:off x="1752600" y="1809750"/>
            <a:ext cx="8686800" cy="4343400"/>
          </a:xfrm>
          <a:prstGeom xmlns:a="http://schemas.openxmlformats.org/drawingml/2006/main" prst="rect">
            <a:avLst/>
          </a:prstGeom>
        </p:spPr>
      </p:pic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11CB36A5-6BD0-4FCB-AD36-76FE558D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THE PLANK CANVAS</a:t>
            </a:r>
          </a:p>
        </p:txBody>
      </p:sp>
      <p:sp>
        <p:nvSpPr>
          <p:cNvPr id="6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82768D6E-22D5-46AC-9236-997FA134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JOURNEY OVERVIEW</a:t>
            </a:r>
          </a:p>
        </p:txBody>
      </p:sp>
      <p:sp>
        <p:nvSpPr>
          <p:cNvPr id="7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48FA86E-736E-4810-A191-EFCF77BB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5092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te-kicker-3">
            <a:extLst xmlns:a="http://schemas.openxmlformats.org/drawingml/2006/main">
              <a:ext uri="{FF2B5EF4-FFF2-40B4-BE49-F238E27FC236}">
                <a16:creationId xmlns:a16="http://schemas.microsoft.com/office/drawing/2014/main" id="{1A83392E-FE14-4A98-9ED7-8208959E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01 · ARRIVE</a:t>
            </a:r>
          </a:p>
        </p:txBody>
      </p:sp>
      <p:sp>
        <p:nvSpPr>
          <p:cNvPr id="2" name="state-title-3">
            <a:extLst xmlns:a="http://schemas.openxmlformats.org/drawingml/2006/main">
              <a:ext uri="{FF2B5EF4-FFF2-40B4-BE49-F238E27FC236}">
                <a16:creationId xmlns:a16="http://schemas.microsoft.com/office/drawing/2014/main" id="{1946A620-FAA2-43C3-802D-A1FACC98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26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Shared progress makes today’s effort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9351E-5142-4D23-B80D-A5E0706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4d21401124fb6"/>
          <a:stretch xmlns:a="http://schemas.openxmlformats.org/drawingml/2006/main"/>
        </p:blipFill>
        <p:spPr>
          <a:xfrm xmlns:a="http://schemas.openxmlformats.org/drawingml/2006/main">
            <a:off x="1130113" y="1924050"/>
            <a:ext cx="6483724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state-callout-3">
            <a:extLst xmlns:a="http://schemas.openxmlformats.org/drawingml/2006/main">
              <a:ext uri="{FF2B5EF4-FFF2-40B4-BE49-F238E27FC236}">
                <a16:creationId xmlns:a16="http://schemas.microsoft.com/office/drawing/2014/main" id="{C6DF15D8-0123-454C-B455-4BE54654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The canvas is the invitation.</a:t>
            </a:r>
          </a:p>
        </p:txBody>
      </p:sp>
      <p:sp>
        <p:nvSpPr>
          <p:cNvPr id="6" name="state-body-3">
            <a:extLst xmlns:a="http://schemas.openxmlformats.org/drawingml/2006/main">
              <a:ext uri="{FF2B5EF4-FFF2-40B4-BE49-F238E27FC236}">
                <a16:creationId xmlns:a16="http://schemas.microsoft.com/office/drawing/2014/main" id="{C9F09AE1-52AC-4AF8-BF14-A2B13633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846B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46B60"/>
                </a:solidFill>
                <a:latin typeface="Aptos"/>
                <a:ea typeface="Aptos"/>
                <a:cs typeface="Aptos"/>
              </a:rPr>
              <a:t>A partially revealed artwork, seven-day streak, and reset countdown turn a solitary exercise into a shared daily ritual.</a:t>
            </a:r>
          </a:p>
        </p:txBody>
      </p:sp>
      <p:sp>
        <p:nvSpPr>
          <p:cNvPr id="7" name="state-detail-3">
            <a:extLst xmlns:a="http://schemas.openxmlformats.org/drawingml/2006/main">
              <a:ext uri="{FF2B5EF4-FFF2-40B4-BE49-F238E27FC236}">
                <a16:creationId xmlns:a16="http://schemas.microsoft.com/office/drawing/2014/main" id="{3A2440E2-E83C-4565-A0AD-94A45AC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rPr>
              <a:t>PRIMARY ACTION · START 30 SEC</a:t>
            </a:r>
          </a:p>
        </p:txBody>
      </p:sp>
      <p:sp>
        <p:nvSpPr>
          <p:cNvPr id="8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9FE93EC9-4C2A-4AD0-B847-B9E4BBA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THE PLANK CANVAS</a:t>
            </a:r>
          </a:p>
        </p:txBody>
      </p:sp>
      <p:sp>
        <p:nvSpPr>
          <p:cNvPr id="9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C71DBCCD-831A-446F-B6C8-53C63A61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MAIN PAGE</a:t>
            </a:r>
          </a:p>
        </p:txBody>
      </p:sp>
      <p:sp>
        <p:nvSpPr>
          <p:cNvPr id="1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1BDF0CFE-E615-4722-994C-6578B03A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473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te-kicker-4">
            <a:extLst xmlns:a="http://schemas.openxmlformats.org/drawingml/2006/main">
              <a:ext uri="{FF2B5EF4-FFF2-40B4-BE49-F238E27FC236}">
                <a16:creationId xmlns:a16="http://schemas.microsoft.com/office/drawing/2014/main" id="{895D15E1-2FE7-4C1F-A5F1-7D474058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02 · PREPARE</a:t>
            </a:r>
          </a:p>
        </p:txBody>
      </p:sp>
      <p:sp>
        <p:nvSpPr>
          <p:cNvPr id="2" name="state-title-4">
            <a:extLst xmlns:a="http://schemas.openxmlformats.org/drawingml/2006/main">
              <a:ext uri="{FF2B5EF4-FFF2-40B4-BE49-F238E27FC236}">
                <a16:creationId xmlns:a16="http://schemas.microsoft.com/office/drawing/2014/main" id="{3703C2B4-150F-4F30-B662-CE6958E8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0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Privacy is explicit before the camera starts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676BA-1D33-4008-8DCF-C74B9D8A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2145c788b45e7"/>
          <a:stretch xmlns:a="http://schemas.openxmlformats.org/drawingml/2006/main"/>
        </p:blipFill>
        <p:spPr>
          <a:xfrm xmlns:a="http://schemas.openxmlformats.org/drawingml/2006/main">
            <a:off x="1130113" y="1924050"/>
            <a:ext cx="6483724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state-callout-4">
            <a:extLst xmlns:a="http://schemas.openxmlformats.org/drawingml/2006/main">
              <a:ext uri="{FF2B5EF4-FFF2-40B4-BE49-F238E27FC236}">
                <a16:creationId xmlns:a16="http://schemas.microsoft.com/office/drawing/2014/main" id="{8515554D-E932-4E2E-B530-EAD04A23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The browser waits for a usable pose.</a:t>
            </a:r>
          </a:p>
        </p:txBody>
      </p:sp>
      <p:sp>
        <p:nvSpPr>
          <p:cNvPr id="6" name="state-body-4">
            <a:extLst xmlns:a="http://schemas.openxmlformats.org/drawingml/2006/main">
              <a:ext uri="{FF2B5EF4-FFF2-40B4-BE49-F238E27FC236}">
                <a16:creationId xmlns:a16="http://schemas.microsoft.com/office/drawing/2014/main" id="{7B717554-062D-48DF-82DA-7814D706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846B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46B60"/>
                </a:solidFill>
                <a:latin typeface="Aptos"/>
                <a:ea typeface="Aptos"/>
                <a:cs typeface="Aptos"/>
              </a:rPr>
              <a:t>The framing guide helps the participant position the required joints while reinforcing that camera processing remains on-device.</a:t>
            </a:r>
          </a:p>
        </p:txBody>
      </p:sp>
      <p:sp>
        <p:nvSpPr>
          <p:cNvPr id="7" name="state-detail-4">
            <a:extLst xmlns:a="http://schemas.openxmlformats.org/drawingml/2006/main">
              <a:ext uri="{FF2B5EF4-FFF2-40B4-BE49-F238E27FC236}">
                <a16:creationId xmlns:a16="http://schemas.microsoft.com/office/drawing/2014/main" id="{FEF62F3D-B7C6-4C34-B3A9-A35961E8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rPr>
              <a:t>CAMERA FRAMES NEVER LEAVE THE DEVICE</a:t>
            </a:r>
          </a:p>
        </p:txBody>
      </p:sp>
      <p:sp>
        <p:nvSpPr>
          <p:cNvPr id="8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24C1C204-B0B2-4290-82EF-0DB0D4E5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THE PLANK CANVAS</a:t>
            </a:r>
          </a:p>
        </p:txBody>
      </p:sp>
      <p:sp>
        <p:nvSpPr>
          <p:cNvPr id="9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3F71CC0B-AA69-4B6B-A57E-B78DB595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CAMERA READY</a:t>
            </a:r>
          </a:p>
        </p:txBody>
      </p:sp>
      <p:sp>
        <p:nvSpPr>
          <p:cNvPr id="1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6FD72C86-DA48-46F1-8F67-6A1FD1F1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0513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te-kicker-5">
            <a:extLst xmlns:a="http://schemas.openxmlformats.org/drawingml/2006/main">
              <a:ext uri="{FF2B5EF4-FFF2-40B4-BE49-F238E27FC236}">
                <a16:creationId xmlns:a16="http://schemas.microsoft.com/office/drawing/2014/main" id="{B1ADEAE8-E46F-4167-BCF5-C2F28F80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03 · COMMIT</a:t>
            </a:r>
          </a:p>
        </p:txBody>
      </p:sp>
      <p:sp>
        <p:nvSpPr>
          <p:cNvPr id="2" name="state-title-5">
            <a:extLst xmlns:a="http://schemas.openxmlformats.org/drawingml/2006/main">
              <a:ext uri="{FF2B5EF4-FFF2-40B4-BE49-F238E27FC236}">
                <a16:creationId xmlns:a16="http://schemas.microsoft.com/office/drawing/2014/main" id="{41629766-1F1E-47C1-A860-3F2CDBC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0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Three seconds separate readiness from effort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F8BA2-3269-498A-9435-100963F7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1fa57117f4ba2"/>
          <a:stretch xmlns:a="http://schemas.openxmlformats.org/drawingml/2006/main"/>
        </p:blipFill>
        <p:spPr>
          <a:xfrm xmlns:a="http://schemas.openxmlformats.org/drawingml/2006/main">
            <a:off x="1167093" y="1924050"/>
            <a:ext cx="6409765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state-callout-5">
            <a:extLst xmlns:a="http://schemas.openxmlformats.org/drawingml/2006/main">
              <a:ext uri="{FF2B5EF4-FFF2-40B4-BE49-F238E27FC236}">
                <a16:creationId xmlns:a16="http://schemas.microsoft.com/office/drawing/2014/main" id="{1EA0615D-8D5A-45D6-95A1-F9B649FF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A clear start removes ambiguity.</a:t>
            </a:r>
          </a:p>
        </p:txBody>
      </p:sp>
      <p:sp>
        <p:nvSpPr>
          <p:cNvPr id="6" name="state-body-5">
            <a:extLst xmlns:a="http://schemas.openxmlformats.org/drawingml/2006/main">
              <a:ext uri="{FF2B5EF4-FFF2-40B4-BE49-F238E27FC236}">
                <a16:creationId xmlns:a16="http://schemas.microsoft.com/office/drawing/2014/main" id="{C1FA6AD9-8DBC-4769-B9EC-FA674ABA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846B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46B60"/>
                </a:solidFill>
                <a:latin typeface="Aptos"/>
                <a:ea typeface="Aptos"/>
                <a:cs typeface="Aptos"/>
              </a:rPr>
              <a:t>The 3–2–1 transition begins only after the pose is visible. Exercise time has not started yet.</a:t>
            </a:r>
          </a:p>
        </p:txBody>
      </p:sp>
      <p:sp>
        <p:nvSpPr>
          <p:cNvPr id="7" name="state-detail-5">
            <a:extLst xmlns:a="http://schemas.openxmlformats.org/drawingml/2006/main">
              <a:ext uri="{FF2B5EF4-FFF2-40B4-BE49-F238E27FC236}">
                <a16:creationId xmlns:a16="http://schemas.microsoft.com/office/drawing/2014/main" id="{30ED941E-CF11-490C-BF12-6DCE0211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rPr>
              <a:t>COUNTDOWN FIRST · TIMER SECOND</a:t>
            </a:r>
          </a:p>
        </p:txBody>
      </p:sp>
      <p:sp>
        <p:nvSpPr>
          <p:cNvPr id="8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E23DCCB6-2F62-48BF-9A41-C4C82C10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THE PLANK CANVAS</a:t>
            </a:r>
          </a:p>
        </p:txBody>
      </p:sp>
      <p:sp>
        <p:nvSpPr>
          <p:cNvPr id="9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CBF208EE-6942-4617-81C6-A7AF5303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COUNTDOWN</a:t>
            </a:r>
          </a:p>
        </p:txBody>
      </p:sp>
      <p:sp>
        <p:nvSpPr>
          <p:cNvPr id="10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7A4E362-342C-493A-AB80-E3452AE2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97697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te-kicker-6">
            <a:extLst xmlns:a="http://schemas.openxmlformats.org/drawingml/2006/main">
              <a:ext uri="{FF2B5EF4-FFF2-40B4-BE49-F238E27FC236}">
                <a16:creationId xmlns:a16="http://schemas.microsoft.com/office/drawing/2014/main" id="{FBC53D7B-FD24-4C2D-8E58-C4D6E06E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04 · HOLD</a:t>
            </a:r>
          </a:p>
        </p:txBody>
      </p:sp>
      <p:sp>
        <p:nvSpPr>
          <p:cNvPr id="2" name="state-title-6">
            <a:extLst xmlns:a="http://schemas.openxmlformats.org/drawingml/2006/main">
              <a:ext uri="{FF2B5EF4-FFF2-40B4-BE49-F238E27FC236}">
                <a16:creationId xmlns:a16="http://schemas.microsoft.com/office/drawing/2014/main" id="{7FF7F24F-0F29-4FF0-BF45-43C4F152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90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Only valid form advances the 30-second timer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1D68FC-BB1A-4F01-9806-56BABD0C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1e38fba99406e"/>
          <a:stretch xmlns:a="http://schemas.openxmlformats.org/drawingml/2006/main"/>
        </p:blipFill>
        <p:spPr>
          <a:xfrm xmlns:a="http://schemas.openxmlformats.org/drawingml/2006/main">
            <a:off x="1130113" y="1924050"/>
            <a:ext cx="6483724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state-callout-6">
            <a:extLst xmlns:a="http://schemas.openxmlformats.org/drawingml/2006/main">
              <a:ext uri="{FF2B5EF4-FFF2-40B4-BE49-F238E27FC236}">
                <a16:creationId xmlns:a16="http://schemas.microsoft.com/office/drawing/2014/main" id="{E6AF2533-3771-4475-ADD4-E226CFB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Feedback is immediate and private.</a:t>
            </a:r>
          </a:p>
        </p:txBody>
      </p:sp>
      <p:sp>
        <p:nvSpPr>
          <p:cNvPr id="6" name="state-body-6">
            <a:extLst xmlns:a="http://schemas.openxmlformats.org/drawingml/2006/main">
              <a:ext uri="{FF2B5EF4-FFF2-40B4-BE49-F238E27FC236}">
                <a16:creationId xmlns:a16="http://schemas.microsoft.com/office/drawing/2014/main" id="{FC6DECB5-AF32-41F6-A330-2121CEDC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846B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46B60"/>
                </a:solidFill>
                <a:latin typeface="Aptos"/>
                <a:ea typeface="Aptos"/>
                <a:cs typeface="Aptos"/>
              </a:rPr>
              <a:t>TensorFlow.js evaluates pose keypoints in the browser. Invalid time does not count, and the timer pauses after the five-second grace period.</a:t>
            </a:r>
          </a:p>
        </p:txBody>
      </p:sp>
      <p:sp>
        <p:nvSpPr>
          <p:cNvPr id="7" name="state-detail-6">
            <a:extLst xmlns:a="http://schemas.openxmlformats.org/drawingml/2006/main">
              <a:ext uri="{FF2B5EF4-FFF2-40B4-BE49-F238E27FC236}">
                <a16:creationId xmlns:a16="http://schemas.microsoft.com/office/drawing/2014/main" id="{F9334099-5088-4A58-B710-4141EECD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rPr>
              <a:t>ON-DEVICE AI · FIVE-SECOND GRACE</a:t>
            </a:r>
          </a:p>
        </p:txBody>
      </p:sp>
      <p:sp>
        <p:nvSpPr>
          <p:cNvPr id="8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43B642DE-9B32-4BF4-8394-53EF3CF1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THE PLANK CANVAS</a:t>
            </a:r>
          </a:p>
        </p:txBody>
      </p:sp>
      <p:sp>
        <p:nvSpPr>
          <p:cNvPr id="9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AFC47746-B1DD-44FD-AB74-3985456B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ACTIVE PLANK</a:t>
            </a:r>
          </a:p>
        </p:txBody>
      </p:sp>
      <p:sp>
        <p:nvSpPr>
          <p:cNvPr id="1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10DC34D-C257-45B1-96E9-68BE4879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0596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te-kicker-7">
            <a:extLst xmlns:a="http://schemas.openxmlformats.org/drawingml/2006/main">
              <a:ext uri="{FF2B5EF4-FFF2-40B4-BE49-F238E27FC236}">
                <a16:creationId xmlns:a16="http://schemas.microsoft.com/office/drawing/2014/main" id="{FF8D6C71-0340-41DD-9DAC-D2530F46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05 · CONTRIBUTE</a:t>
            </a:r>
          </a:p>
        </p:txBody>
      </p:sp>
      <p:sp>
        <p:nvSpPr>
          <p:cNvPr id="2" name="state-title-7">
            <a:extLst xmlns:a="http://schemas.openxmlformats.org/drawingml/2006/main">
              <a:ext uri="{FF2B5EF4-FFF2-40B4-BE49-F238E27FC236}">
                <a16:creationId xmlns:a16="http://schemas.microsoft.com/office/drawing/2014/main" id="{0FF8546B-388D-4248-AD5E-19AE7647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Completion unlocks exactly one pixel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31111-18AE-42D9-B61E-27205AA9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e4d6218a3438b"/>
          <a:stretch xmlns:a="http://schemas.openxmlformats.org/drawingml/2006/main"/>
        </p:blipFill>
        <p:spPr>
          <a:xfrm xmlns:a="http://schemas.openxmlformats.org/drawingml/2006/main">
            <a:off x="1130113" y="1924050"/>
            <a:ext cx="6483724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state-callout-7">
            <a:extLst xmlns:a="http://schemas.openxmlformats.org/drawingml/2006/main">
              <a:ext uri="{FF2B5EF4-FFF2-40B4-BE49-F238E27FC236}">
                <a16:creationId xmlns:a16="http://schemas.microsoft.com/office/drawing/2014/main" id="{68928B8C-E9CE-4C9C-B53F-E8F74680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The participant returns to the shared canvas.</a:t>
            </a:r>
          </a:p>
        </p:txBody>
      </p:sp>
      <p:sp>
        <p:nvSpPr>
          <p:cNvPr id="6" name="state-body-7">
            <a:extLst xmlns:a="http://schemas.openxmlformats.org/drawingml/2006/main">
              <a:ext uri="{FF2B5EF4-FFF2-40B4-BE49-F238E27FC236}">
                <a16:creationId xmlns:a16="http://schemas.microsoft.com/office/drawing/2014/main" id="{CFEC83F4-01B8-4A31-B05F-63BA5D60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846B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46B60"/>
                </a:solidFill>
                <a:latin typeface="Aptos"/>
                <a:ea typeface="Aptos"/>
                <a:cs typeface="Aptos"/>
              </a:rPr>
              <a:t>START 30 SEC becomes PLACE YOUR PIXEL. The earned square automatically takes the artwork color of an available target cell.</a:t>
            </a:r>
          </a:p>
        </p:txBody>
      </p:sp>
      <p:sp>
        <p:nvSpPr>
          <p:cNvPr id="7" name="state-detail-7">
            <a:extLst xmlns:a="http://schemas.openxmlformats.org/drawingml/2006/main">
              <a:ext uri="{FF2B5EF4-FFF2-40B4-BE49-F238E27FC236}">
                <a16:creationId xmlns:a16="http://schemas.microsoft.com/office/drawing/2014/main" id="{3F5D29A8-3698-4357-9188-91B0CA64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rPr>
              <a:t>ONE COMPLETION · ONE PLACEMENT</a:t>
            </a:r>
          </a:p>
        </p:txBody>
      </p:sp>
      <p:sp>
        <p:nvSpPr>
          <p:cNvPr id="8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6F716D69-A8E7-4AB5-B348-D1A11A60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THE PLANK CANVAS</a:t>
            </a:r>
          </a:p>
        </p:txBody>
      </p:sp>
      <p:sp>
        <p:nvSpPr>
          <p:cNvPr id="9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3F62494B-B6A4-4CCA-9959-7C45E998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PIXEL READY</a:t>
            </a:r>
          </a:p>
        </p:txBody>
      </p:sp>
      <p:sp>
        <p:nvSpPr>
          <p:cNvPr id="1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8CA105F5-4D66-437B-9714-937725E5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41154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tate-kicker-8">
            <a:extLst xmlns:a="http://schemas.openxmlformats.org/drawingml/2006/main">
              <a:ext uri="{FF2B5EF4-FFF2-40B4-BE49-F238E27FC236}">
                <a16:creationId xmlns:a16="http://schemas.microsoft.com/office/drawing/2014/main" id="{B65C2B9A-2AF2-4939-B9A8-B8AC632C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06 · BELONG</a:t>
            </a:r>
          </a:p>
        </p:txBody>
      </p:sp>
      <p:sp>
        <p:nvSpPr>
          <p:cNvPr id="2" name="state-title-8">
            <a:extLst xmlns:a="http://schemas.openxmlformats.org/drawingml/2006/main">
              <a:ext uri="{FF2B5EF4-FFF2-40B4-BE49-F238E27FC236}">
                <a16:creationId xmlns:a16="http://schemas.microsoft.com/office/drawing/2014/main" id="{538DF4DB-4474-45D6-9F14-D778A10B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865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360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The day ends with a permanent community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BFA82-BA3E-4EB8-AF33-DFD8E77D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36e741b4b4afe"/>
          <a:stretch xmlns:a="http://schemas.openxmlformats.org/drawingml/2006/main"/>
        </p:blipFill>
        <p:spPr>
          <a:xfrm xmlns:a="http://schemas.openxmlformats.org/drawingml/2006/main">
            <a:off x="1167093" y="1924050"/>
            <a:ext cx="6409765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5" name="state-callout-8">
            <a:extLst xmlns:a="http://schemas.openxmlformats.org/drawingml/2006/main">
              <a:ext uri="{FF2B5EF4-FFF2-40B4-BE49-F238E27FC236}">
                <a16:creationId xmlns:a16="http://schemas.microsoft.com/office/drawing/2014/main" id="{47B05D0F-8E6B-49B3-B8E6-13A48216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231916"/>
                </a:solidFill>
                <a:latin typeface="Cascadia Mono"/>
                <a:ea typeface="Cascadia Mono"/>
                <a:cs typeface="Cascadia Mono"/>
              </a:rPr>
              <a:t>The pixel is small. The shared outcome is not.</a:t>
            </a:r>
          </a:p>
        </p:txBody>
      </p:sp>
      <p:sp>
        <p:nvSpPr>
          <p:cNvPr id="6" name="state-body-8">
            <a:extLst xmlns:a="http://schemas.openxmlformats.org/drawingml/2006/main">
              <a:ext uri="{FF2B5EF4-FFF2-40B4-BE49-F238E27FC236}">
                <a16:creationId xmlns:a16="http://schemas.microsoft.com/office/drawing/2014/main" id="{F4998E8B-DFDA-4CFF-A603-07929D6D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75" b="0">
                <a:solidFill>
                  <a:srgbClr val="846B6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846B60"/>
                </a:solidFill>
                <a:latin typeface="Aptos"/>
                <a:ea typeface="Aptos"/>
                <a:cs typeface="Aptos"/>
              </a:rPr>
              <a:t>The chosen cell becomes visible to everyone in realtime. The locked YOUR PIXEL IS LIVE state closes the loop until tomorrow.</a:t>
            </a:r>
          </a:p>
        </p:txBody>
      </p:sp>
      <p:sp>
        <p:nvSpPr>
          <p:cNvPr id="7" name="state-detail-8">
            <a:extLst xmlns:a="http://schemas.openxmlformats.org/drawingml/2006/main">
              <a:ext uri="{FF2B5EF4-FFF2-40B4-BE49-F238E27FC236}">
                <a16:creationId xmlns:a16="http://schemas.microsoft.com/office/drawing/2014/main" id="{39D60A99-F9C8-4281-8757-F01ECD40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76850"/>
            <a:ext cx="2876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D94323"/>
                </a:solidFill>
                <a:latin typeface="Cascadia Mono"/>
                <a:ea typeface="Cascadia Mono"/>
                <a:cs typeface="Cascadia Mono"/>
              </a:rPr>
              <a:t>PERSONAL DISCIPLINE BECOMES SHARED ART</a:t>
            </a:r>
          </a:p>
        </p:txBody>
      </p:sp>
      <p:sp>
        <p:nvSpPr>
          <p:cNvPr id="8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8D758E50-159C-4D14-8616-9AB7A8F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1050" b="1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THE PLANK CANVAS</a:t>
            </a:r>
          </a:p>
        </p:txBody>
      </p:sp>
      <p:sp>
        <p:nvSpPr>
          <p:cNvPr id="9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89C42A47-6F35-40F8-9C5E-DBB86411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151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846B60"/>
                </a:solidFill>
                <a:latin typeface="Cascadia Mono"/>
                <a:ea typeface="Cascadia Mono"/>
                <a:cs typeface="Cascadia Mono"/>
              </a:rPr>
              <a:t>PIXEL LIVE</a:t>
            </a:r>
          </a:p>
        </p:txBody>
      </p:sp>
      <p:sp>
        <p:nvSpPr>
          <p:cNvPr id="1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5D4A41D-689F-4312-86AE-22DA1E0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FF5A36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6362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2026-07-15T11:08:15.5910000Z</dcterms:created>
  <dcterms:modified xsi:type="dcterms:W3CDTF">2026-07-15T11:08:15.5910000Z</dcterms:modified>
</coreProperties>
</file>